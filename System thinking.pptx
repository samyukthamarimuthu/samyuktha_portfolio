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8288000" cy="10287000"/>
  <p:notesSz cx="6858000" cy="9144000"/>
  <p:embeddedFontLst>
    <p:embeddedFont>
      <p:font typeface="Canva Sans" panose="020B0604020202020204" charset="0"/>
      <p:regular r:id="rId41"/>
    </p:embeddedFont>
    <p:embeddedFont>
      <p:font typeface="Canva Sans Bold" panose="020B0604020202020204" charset="0"/>
      <p:regular r:id="rId42"/>
    </p:embeddedFont>
    <p:embeddedFont>
      <p:font typeface="Libre Franklin Heavy" panose="020B0604020202020204" charset="0"/>
      <p:regular r:id="rId43"/>
    </p:embeddedFont>
    <p:embeddedFont>
      <p:font typeface="Squada One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8237" y="2146051"/>
            <a:ext cx="14399286" cy="412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10692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Libre Franklin Heavy"/>
                <a:ea typeface="Libre Franklin Heavy"/>
                <a:cs typeface="Libre Franklin Heavy"/>
                <a:sym typeface="Libre Franklin Heavy"/>
              </a:rPr>
              <a:t>TRILIFT SMART AUTONOMOUS SHOPPING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90017" y="6692103"/>
            <a:ext cx="14307965" cy="2006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31"/>
              </a:lnSpc>
            </a:pPr>
            <a:r>
              <a:rPr lang="en-US" sz="15131" b="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Libre Franklin Heavy"/>
                <a:ea typeface="Libre Franklin Heavy"/>
                <a:cs typeface="Libre Franklin Heavy"/>
                <a:sym typeface="Libre Franklin Heavy"/>
              </a:rPr>
              <a:t>CARRY 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230009" y="1152525"/>
            <a:ext cx="6959798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PRODUCT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60042" y="2677160"/>
            <a:ext cx="8412123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 Independent Lift Compartments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Auto-Follow via Bluetooth Wristband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Obstacle Detection System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Retrofit Smart Billing Module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 Charging + Emergency Battery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Heavy-Duty Long-Life Structure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230009" y="1152525"/>
            <a:ext cx="7781568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COMPARTMENT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60042" y="2677160"/>
            <a:ext cx="580143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Total Capacity: 70–80 Liters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6243" y="4144256"/>
            <a:ext cx="10455398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1️⃣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Bottom Compartment (Cold Storage)</a:t>
            </a:r>
          </a:p>
          <a:p>
            <a:pPr algn="l">
              <a:lnSpc>
                <a:spcPts val="4759"/>
              </a:lnSpc>
            </a:pPr>
            <a:endParaRPr lang="en-US" sz="3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15L Capacity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Peltier Cooling (2–8°C)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Low-mass items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230009" y="1152525"/>
            <a:ext cx="7781568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COMPARTMENT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60042" y="2677160"/>
            <a:ext cx="580143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Total Capacity: 70–80 Liters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6243" y="4144256"/>
            <a:ext cx="10455398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2️⃣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Middle Compartment (Vegetables/Fruits)</a:t>
            </a:r>
          </a:p>
          <a:p>
            <a:pPr algn="l">
              <a:lnSpc>
                <a:spcPts val="4759"/>
              </a:lnSpc>
            </a:pPr>
            <a:endParaRPr lang="en-US" sz="3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25L Capacity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Ventilated Design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Shock-absorbing base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230009" y="1152525"/>
            <a:ext cx="7781568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COMPARTMENT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60042" y="2677160"/>
            <a:ext cx="580143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Total Capacity: 70–80 Liters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6243" y="4144256"/>
            <a:ext cx="10455398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3️⃣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Compartment (General Items)</a:t>
            </a:r>
          </a:p>
          <a:p>
            <a:pPr algn="l">
              <a:lnSpc>
                <a:spcPts val="4759"/>
              </a:lnSpc>
            </a:pPr>
            <a:endParaRPr lang="en-US" sz="3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30L Capacity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Reinforced ABS body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5877839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LIFT MECHANISM (EACH COMPARTMENT)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17470" y="8958554"/>
            <a:ext cx="303216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Power: 24V DC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27087" y="3037433"/>
            <a:ext cx="8812931" cy="500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Individual Linear Actuator System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Lift Stroke: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30–40 cm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Max Lift per Compartment: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 kg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Side-mounted Push Button Control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Gear Motor + Lead Screw Drive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Load Sensor Feedback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2126100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AUTO FOLLOW TECHNOLOGY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82473" y="7834761"/>
            <a:ext cx="519684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Response Time: &lt; 250 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27087" y="3037433"/>
            <a:ext cx="8812931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Bluetooth Low Energy (BLE 5.0)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Smart Wristband Pairing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Adjustable Distance: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0.5m – 2m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PID Motor Speed Control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Real-time Motion Tracking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2523750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OBSTACLE DETECTION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82473" y="7834761"/>
            <a:ext cx="440436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Max Speed: 4–5 km/h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27087" y="3037433"/>
            <a:ext cx="8812931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360° Ultrasonic Sensors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Infrared Proximity Sensors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Front Depth Camera (Optional AI Vision)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Speed Reduction Mode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Auto Stop Function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8979480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MOBILITY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82473" y="7834761"/>
            <a:ext cx="49478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Turning Radius: &lt; 60 cm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27087" y="3037433"/>
            <a:ext cx="8812931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Dual BLDC Hub Motors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Motor Driver Controller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Omni-directional PU Wheels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Anti-Tip Wide Base Design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Suspension Support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1640018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RETROFIT SMART MODULE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96119" y="8457169"/>
            <a:ext cx="811649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Processor: ARM Cortex Microcontroller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27087" y="3166225"/>
            <a:ext cx="8812931" cy="500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7-inch Display Pad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QR Code Scanner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RFID Reader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Load Cell (Weight Sensor)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Billing Thermal Roll Printer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NFC / Card Swiper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2116" y="2481060"/>
            <a:ext cx="541234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Integrated Panel Includes: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2800376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WEIGHT LIFTING HOOK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27087" y="3037433"/>
            <a:ext cx="8812931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Side Retractable Hook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Max Load: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 kg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Foldable Design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Steel Reinforced Support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Suitable for Carry Bags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9014058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POWER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82473" y="7834761"/>
            <a:ext cx="96290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Battery Management System (BMS) Integrated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27087" y="3037433"/>
            <a:ext cx="8812931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Battery Type: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Lithium-ion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Voltage: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24V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Capacity: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25Ah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Operating Time: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7–8 Hours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Charging Time: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2–3 Hours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2869532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SMART POWER MANAGEMENT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27087" y="3037433"/>
            <a:ext cx="11084447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Battery Level Monitoring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Signal Alert to Wristband (&lt;20%)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Auto Dock Navigation Mode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Emergency Backup Battery (10% Reserve)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Overcharge &amp; Short Circuit Protection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1642005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STRUCTURAL MATERIALS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27087" y="3037433"/>
            <a:ext cx="11084447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Frame: Aluminium Alloy 6061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Body: ABS + Polycarbonate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Lift Mechanism: Stainless Steel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Wheels: Polyurethane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Internal Support: Mild Steel Reinforced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34873" y="7987161"/>
            <a:ext cx="838307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Product Weight (Without Load): 22–25 kg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7537595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SYSTEM BLOCK DIAGRAM (EXPLAIN VERBALLY)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27087" y="3037433"/>
            <a:ext cx="11084447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Wristband → BLE Module → Microcontroller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Microcontroller → Motor Driver → BLDC Motors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Sensors → Controller → Motion Control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Load Sensor → Lift Actuator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Battery → BMS → Power Distribution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9446286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SAFETY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27087" y="3037433"/>
            <a:ext cx="11084447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Emergency Stop Button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Anti-Collision Mode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Auto Brake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Overload Protection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Thermal Protection (Cooling Zone)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9446286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INNOVATION POINTS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27087" y="3037433"/>
            <a:ext cx="11084447" cy="500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3 Independent Lift Compartments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Integrated Cooling + Lift System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Smart Retrofit Billing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Auto Charging Return System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Adjustable Distance Follow Mode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Multi-Function Retail Integration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12783087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ESTIMATED PROTOTYPE COST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50461" y="2556129"/>
            <a:ext cx="11084447" cy="67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Motors: ₹10,000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Lift Actuators: ₹12,000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Sensors: ₹6,000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Battery: ₹8,000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Smart Module: ₹15,000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Frame &amp; Fabrication: ₹15,000</a:t>
            </a:r>
          </a:p>
          <a:p>
            <a:pPr algn="l">
              <a:lnSpc>
                <a:spcPts val="6731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Total: ₹60,000 – ₹70,000 (Prototype)</a:t>
            </a:r>
          </a:p>
          <a:p>
            <a:pPr algn="l">
              <a:lnSpc>
                <a:spcPts val="6731"/>
              </a:lnSpc>
            </a:pPr>
            <a:endParaRPr lang="en-US" sz="3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774684" y="8677910"/>
            <a:ext cx="566808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Mass Production ↓ 30–40%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8495385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TARGET USERS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50461" y="2556129"/>
            <a:ext cx="11084447" cy="415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Elderly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Women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Families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Smart Retail Stores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Hypermarkets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58">
            <a:off x="1229926" y="2249723"/>
            <a:ext cx="15829432" cy="0"/>
          </a:xfrm>
          <a:prstGeom prst="line">
            <a:avLst/>
          </a:prstGeom>
          <a:ln w="28575" cap="rnd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0" y="1152525"/>
            <a:ext cx="8495385" cy="10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sz="7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50461" y="2556129"/>
            <a:ext cx="10617640" cy="500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TriLift System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=</a:t>
            </a: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Autonomous Mobility + Smart Billing + Lift Assist + Cooling Integration</a:t>
            </a:r>
          </a:p>
          <a:p>
            <a:pPr algn="l">
              <a:lnSpc>
                <a:spcPts val="6731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673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Retail Automation Solution.</a:t>
            </a:r>
          </a:p>
          <a:p>
            <a:pPr algn="l">
              <a:lnSpc>
                <a:spcPts val="6731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967" y="1527306"/>
            <a:ext cx="6140955" cy="7232388"/>
          </a:xfrm>
          <a:custGeom>
            <a:avLst/>
            <a:gdLst/>
            <a:ahLst/>
            <a:cxnLst/>
            <a:rect l="l" t="t" r="r" b="b"/>
            <a:pathLst>
              <a:path w="6140955" h="7232388">
                <a:moveTo>
                  <a:pt x="0" y="0"/>
                </a:moveTo>
                <a:lnTo>
                  <a:pt x="6140955" y="0"/>
                </a:lnTo>
                <a:lnTo>
                  <a:pt x="6140955" y="7232388"/>
                </a:lnTo>
                <a:lnTo>
                  <a:pt x="0" y="7232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967" y="1527306"/>
            <a:ext cx="6140955" cy="7232388"/>
          </a:xfrm>
          <a:custGeom>
            <a:avLst/>
            <a:gdLst/>
            <a:ahLst/>
            <a:cxnLst/>
            <a:rect l="l" t="t" r="r" b="b"/>
            <a:pathLst>
              <a:path w="6140955" h="7232388">
                <a:moveTo>
                  <a:pt x="0" y="0"/>
                </a:moveTo>
                <a:lnTo>
                  <a:pt x="6140955" y="0"/>
                </a:lnTo>
                <a:lnTo>
                  <a:pt x="6140955" y="7232388"/>
                </a:lnTo>
                <a:lnTo>
                  <a:pt x="0" y="7232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85291" y="5469371"/>
            <a:ext cx="2804422" cy="1401042"/>
          </a:xfrm>
          <a:custGeom>
            <a:avLst/>
            <a:gdLst/>
            <a:ahLst/>
            <a:cxnLst/>
            <a:rect l="l" t="t" r="r" b="b"/>
            <a:pathLst>
              <a:path w="2804422" h="1401042">
                <a:moveTo>
                  <a:pt x="0" y="0"/>
                </a:moveTo>
                <a:lnTo>
                  <a:pt x="2804422" y="0"/>
                </a:lnTo>
                <a:lnTo>
                  <a:pt x="2804422" y="1401043"/>
                </a:lnTo>
                <a:lnTo>
                  <a:pt x="0" y="1401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967" y="1527306"/>
            <a:ext cx="6140955" cy="7232388"/>
          </a:xfrm>
          <a:custGeom>
            <a:avLst/>
            <a:gdLst/>
            <a:ahLst/>
            <a:cxnLst/>
            <a:rect l="l" t="t" r="r" b="b"/>
            <a:pathLst>
              <a:path w="6140955" h="7232388">
                <a:moveTo>
                  <a:pt x="0" y="0"/>
                </a:moveTo>
                <a:lnTo>
                  <a:pt x="6140955" y="0"/>
                </a:lnTo>
                <a:lnTo>
                  <a:pt x="6140955" y="7232388"/>
                </a:lnTo>
                <a:lnTo>
                  <a:pt x="0" y="7232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85291" y="5469371"/>
            <a:ext cx="2804422" cy="1401042"/>
          </a:xfrm>
          <a:custGeom>
            <a:avLst/>
            <a:gdLst/>
            <a:ahLst/>
            <a:cxnLst/>
            <a:rect l="l" t="t" r="r" b="b"/>
            <a:pathLst>
              <a:path w="2804422" h="1401042">
                <a:moveTo>
                  <a:pt x="0" y="0"/>
                </a:moveTo>
                <a:lnTo>
                  <a:pt x="2804422" y="0"/>
                </a:lnTo>
                <a:lnTo>
                  <a:pt x="2804422" y="1401043"/>
                </a:lnTo>
                <a:lnTo>
                  <a:pt x="0" y="1401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75488" y="2339393"/>
            <a:ext cx="7131020" cy="7131020"/>
          </a:xfrm>
          <a:custGeom>
            <a:avLst/>
            <a:gdLst/>
            <a:ahLst/>
            <a:cxnLst/>
            <a:rect l="l" t="t" r="r" b="b"/>
            <a:pathLst>
              <a:path w="7131020" h="7131020">
                <a:moveTo>
                  <a:pt x="0" y="0"/>
                </a:moveTo>
                <a:lnTo>
                  <a:pt x="7131019" y="0"/>
                </a:lnTo>
                <a:lnTo>
                  <a:pt x="7131019" y="7131020"/>
                </a:lnTo>
                <a:lnTo>
                  <a:pt x="0" y="7131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4987" y="1028700"/>
            <a:ext cx="7047530" cy="8229600"/>
          </a:xfrm>
          <a:custGeom>
            <a:avLst/>
            <a:gdLst/>
            <a:ahLst/>
            <a:cxnLst/>
            <a:rect l="l" t="t" r="r" b="b"/>
            <a:pathLst>
              <a:path w="7047530" h="8229600">
                <a:moveTo>
                  <a:pt x="0" y="0"/>
                </a:moveTo>
                <a:lnTo>
                  <a:pt x="7047530" y="0"/>
                </a:lnTo>
                <a:lnTo>
                  <a:pt x="70475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4987" y="1028700"/>
            <a:ext cx="7047530" cy="8229600"/>
          </a:xfrm>
          <a:custGeom>
            <a:avLst/>
            <a:gdLst/>
            <a:ahLst/>
            <a:cxnLst/>
            <a:rect l="l" t="t" r="r" b="b"/>
            <a:pathLst>
              <a:path w="7047530" h="8229600">
                <a:moveTo>
                  <a:pt x="0" y="0"/>
                </a:moveTo>
                <a:lnTo>
                  <a:pt x="7047530" y="0"/>
                </a:lnTo>
                <a:lnTo>
                  <a:pt x="70475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038599" y="5143500"/>
            <a:ext cx="2804422" cy="1401042"/>
          </a:xfrm>
          <a:custGeom>
            <a:avLst/>
            <a:gdLst/>
            <a:ahLst/>
            <a:cxnLst/>
            <a:rect l="l" t="t" r="r" b="b"/>
            <a:pathLst>
              <a:path w="2804422" h="1401042">
                <a:moveTo>
                  <a:pt x="2804422" y="0"/>
                </a:moveTo>
                <a:lnTo>
                  <a:pt x="0" y="0"/>
                </a:lnTo>
                <a:lnTo>
                  <a:pt x="0" y="1401042"/>
                </a:lnTo>
                <a:lnTo>
                  <a:pt x="2804422" y="1401042"/>
                </a:lnTo>
                <a:lnTo>
                  <a:pt x="28044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4987" y="1028700"/>
            <a:ext cx="7047530" cy="8229600"/>
          </a:xfrm>
          <a:custGeom>
            <a:avLst/>
            <a:gdLst/>
            <a:ahLst/>
            <a:cxnLst/>
            <a:rect l="l" t="t" r="r" b="b"/>
            <a:pathLst>
              <a:path w="7047530" h="8229600">
                <a:moveTo>
                  <a:pt x="0" y="0"/>
                </a:moveTo>
                <a:lnTo>
                  <a:pt x="7047530" y="0"/>
                </a:lnTo>
                <a:lnTo>
                  <a:pt x="70475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038599" y="5143500"/>
            <a:ext cx="2804422" cy="1401042"/>
          </a:xfrm>
          <a:custGeom>
            <a:avLst/>
            <a:gdLst/>
            <a:ahLst/>
            <a:cxnLst/>
            <a:rect l="l" t="t" r="r" b="b"/>
            <a:pathLst>
              <a:path w="2804422" h="1401042">
                <a:moveTo>
                  <a:pt x="2804422" y="0"/>
                </a:moveTo>
                <a:lnTo>
                  <a:pt x="0" y="0"/>
                </a:lnTo>
                <a:lnTo>
                  <a:pt x="0" y="1401042"/>
                </a:lnTo>
                <a:lnTo>
                  <a:pt x="2804422" y="1401042"/>
                </a:lnTo>
                <a:lnTo>
                  <a:pt x="28044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7042" y="2512731"/>
            <a:ext cx="6494857" cy="6152401"/>
          </a:xfrm>
          <a:custGeom>
            <a:avLst/>
            <a:gdLst/>
            <a:ahLst/>
            <a:cxnLst/>
            <a:rect l="l" t="t" r="r" b="b"/>
            <a:pathLst>
              <a:path w="6494857" h="6152401">
                <a:moveTo>
                  <a:pt x="0" y="0"/>
                </a:moveTo>
                <a:lnTo>
                  <a:pt x="6494857" y="0"/>
                </a:lnTo>
                <a:lnTo>
                  <a:pt x="6494857" y="6152401"/>
                </a:lnTo>
                <a:lnTo>
                  <a:pt x="0" y="6152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5348" y="1673786"/>
            <a:ext cx="5150300" cy="5834519"/>
          </a:xfrm>
          <a:custGeom>
            <a:avLst/>
            <a:gdLst/>
            <a:ahLst/>
            <a:cxnLst/>
            <a:rect l="l" t="t" r="r" b="b"/>
            <a:pathLst>
              <a:path w="5150300" h="5834519">
                <a:moveTo>
                  <a:pt x="0" y="0"/>
                </a:moveTo>
                <a:lnTo>
                  <a:pt x="5150300" y="0"/>
                </a:lnTo>
                <a:lnTo>
                  <a:pt x="5150300" y="5834519"/>
                </a:lnTo>
                <a:lnTo>
                  <a:pt x="0" y="5834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5348" y="1673786"/>
            <a:ext cx="5150300" cy="5834519"/>
          </a:xfrm>
          <a:custGeom>
            <a:avLst/>
            <a:gdLst/>
            <a:ahLst/>
            <a:cxnLst/>
            <a:rect l="l" t="t" r="r" b="b"/>
            <a:pathLst>
              <a:path w="5150300" h="5834519">
                <a:moveTo>
                  <a:pt x="0" y="0"/>
                </a:moveTo>
                <a:lnTo>
                  <a:pt x="5150300" y="0"/>
                </a:lnTo>
                <a:lnTo>
                  <a:pt x="5150300" y="5834519"/>
                </a:lnTo>
                <a:lnTo>
                  <a:pt x="0" y="5834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20638" y="7780201"/>
            <a:ext cx="2372673" cy="2372673"/>
          </a:xfrm>
          <a:custGeom>
            <a:avLst/>
            <a:gdLst/>
            <a:ahLst/>
            <a:cxnLst/>
            <a:rect l="l" t="t" r="r" b="b"/>
            <a:pathLst>
              <a:path w="2372673" h="2372673">
                <a:moveTo>
                  <a:pt x="0" y="0"/>
                </a:moveTo>
                <a:lnTo>
                  <a:pt x="2372673" y="0"/>
                </a:lnTo>
                <a:lnTo>
                  <a:pt x="2372673" y="2372673"/>
                </a:lnTo>
                <a:lnTo>
                  <a:pt x="0" y="237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5348" y="1673786"/>
            <a:ext cx="5150300" cy="5834519"/>
          </a:xfrm>
          <a:custGeom>
            <a:avLst/>
            <a:gdLst/>
            <a:ahLst/>
            <a:cxnLst/>
            <a:rect l="l" t="t" r="r" b="b"/>
            <a:pathLst>
              <a:path w="5150300" h="5834519">
                <a:moveTo>
                  <a:pt x="0" y="0"/>
                </a:moveTo>
                <a:lnTo>
                  <a:pt x="5150300" y="0"/>
                </a:lnTo>
                <a:lnTo>
                  <a:pt x="5150300" y="5834519"/>
                </a:lnTo>
                <a:lnTo>
                  <a:pt x="0" y="5834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20638" y="7780201"/>
            <a:ext cx="2372673" cy="2372673"/>
          </a:xfrm>
          <a:custGeom>
            <a:avLst/>
            <a:gdLst/>
            <a:ahLst/>
            <a:cxnLst/>
            <a:rect l="l" t="t" r="r" b="b"/>
            <a:pathLst>
              <a:path w="2372673" h="2372673">
                <a:moveTo>
                  <a:pt x="0" y="0"/>
                </a:moveTo>
                <a:lnTo>
                  <a:pt x="2372673" y="0"/>
                </a:lnTo>
                <a:lnTo>
                  <a:pt x="2372673" y="2372673"/>
                </a:lnTo>
                <a:lnTo>
                  <a:pt x="0" y="237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69768" y="1673786"/>
            <a:ext cx="4624925" cy="5522001"/>
          </a:xfrm>
          <a:custGeom>
            <a:avLst/>
            <a:gdLst/>
            <a:ahLst/>
            <a:cxnLst/>
            <a:rect l="l" t="t" r="r" b="b"/>
            <a:pathLst>
              <a:path w="4624925" h="5522001">
                <a:moveTo>
                  <a:pt x="0" y="0"/>
                </a:moveTo>
                <a:lnTo>
                  <a:pt x="4624925" y="0"/>
                </a:lnTo>
                <a:lnTo>
                  <a:pt x="4624925" y="5522001"/>
                </a:lnTo>
                <a:lnTo>
                  <a:pt x="0" y="5522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5348" y="1673786"/>
            <a:ext cx="5150300" cy="5834519"/>
          </a:xfrm>
          <a:custGeom>
            <a:avLst/>
            <a:gdLst/>
            <a:ahLst/>
            <a:cxnLst/>
            <a:rect l="l" t="t" r="r" b="b"/>
            <a:pathLst>
              <a:path w="5150300" h="5834519">
                <a:moveTo>
                  <a:pt x="0" y="0"/>
                </a:moveTo>
                <a:lnTo>
                  <a:pt x="5150300" y="0"/>
                </a:lnTo>
                <a:lnTo>
                  <a:pt x="5150300" y="5834519"/>
                </a:lnTo>
                <a:lnTo>
                  <a:pt x="0" y="5834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20638" y="7780201"/>
            <a:ext cx="2372673" cy="2372673"/>
          </a:xfrm>
          <a:custGeom>
            <a:avLst/>
            <a:gdLst/>
            <a:ahLst/>
            <a:cxnLst/>
            <a:rect l="l" t="t" r="r" b="b"/>
            <a:pathLst>
              <a:path w="2372673" h="2372673">
                <a:moveTo>
                  <a:pt x="0" y="0"/>
                </a:moveTo>
                <a:lnTo>
                  <a:pt x="2372673" y="0"/>
                </a:lnTo>
                <a:lnTo>
                  <a:pt x="2372673" y="2372673"/>
                </a:lnTo>
                <a:lnTo>
                  <a:pt x="0" y="237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69768" y="1673786"/>
            <a:ext cx="4624925" cy="5522001"/>
          </a:xfrm>
          <a:custGeom>
            <a:avLst/>
            <a:gdLst/>
            <a:ahLst/>
            <a:cxnLst/>
            <a:rect l="l" t="t" r="r" b="b"/>
            <a:pathLst>
              <a:path w="4624925" h="5522001">
                <a:moveTo>
                  <a:pt x="0" y="0"/>
                </a:moveTo>
                <a:lnTo>
                  <a:pt x="4624925" y="0"/>
                </a:lnTo>
                <a:lnTo>
                  <a:pt x="4624925" y="5522001"/>
                </a:lnTo>
                <a:lnTo>
                  <a:pt x="0" y="5522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297463" y="7637912"/>
            <a:ext cx="2372673" cy="2372673"/>
          </a:xfrm>
          <a:custGeom>
            <a:avLst/>
            <a:gdLst/>
            <a:ahLst/>
            <a:cxnLst/>
            <a:rect l="l" t="t" r="r" b="b"/>
            <a:pathLst>
              <a:path w="2372673" h="2372673">
                <a:moveTo>
                  <a:pt x="0" y="0"/>
                </a:moveTo>
                <a:lnTo>
                  <a:pt x="2372673" y="0"/>
                </a:lnTo>
                <a:lnTo>
                  <a:pt x="2372673" y="2372673"/>
                </a:lnTo>
                <a:lnTo>
                  <a:pt x="0" y="237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8776" y="3080683"/>
            <a:ext cx="4389283" cy="4341400"/>
          </a:xfrm>
          <a:custGeom>
            <a:avLst/>
            <a:gdLst/>
            <a:ahLst/>
            <a:cxnLst/>
            <a:rect l="l" t="t" r="r" b="b"/>
            <a:pathLst>
              <a:path w="4389283" h="4341400">
                <a:moveTo>
                  <a:pt x="0" y="0"/>
                </a:moveTo>
                <a:lnTo>
                  <a:pt x="4389283" y="0"/>
                </a:lnTo>
                <a:lnTo>
                  <a:pt x="4389283" y="4341400"/>
                </a:lnTo>
                <a:lnTo>
                  <a:pt x="0" y="4341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37848" y="2817578"/>
            <a:ext cx="5918972" cy="5800592"/>
          </a:xfrm>
          <a:custGeom>
            <a:avLst/>
            <a:gdLst/>
            <a:ahLst/>
            <a:cxnLst/>
            <a:rect l="l" t="t" r="r" b="b"/>
            <a:pathLst>
              <a:path w="5918972" h="5800592">
                <a:moveTo>
                  <a:pt x="0" y="0"/>
                </a:moveTo>
                <a:lnTo>
                  <a:pt x="5918972" y="0"/>
                </a:lnTo>
                <a:lnTo>
                  <a:pt x="5918972" y="5800592"/>
                </a:lnTo>
                <a:lnTo>
                  <a:pt x="0" y="58005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02490" y="708010"/>
            <a:ext cx="2372673" cy="2372673"/>
          </a:xfrm>
          <a:custGeom>
            <a:avLst/>
            <a:gdLst/>
            <a:ahLst/>
            <a:cxnLst/>
            <a:rect l="l" t="t" r="r" b="b"/>
            <a:pathLst>
              <a:path w="2372673" h="2372673">
                <a:moveTo>
                  <a:pt x="0" y="0"/>
                </a:moveTo>
                <a:lnTo>
                  <a:pt x="2372673" y="0"/>
                </a:lnTo>
                <a:lnTo>
                  <a:pt x="2372673" y="2372673"/>
                </a:lnTo>
                <a:lnTo>
                  <a:pt x="0" y="2372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01363" y="1199861"/>
            <a:ext cx="3485275" cy="8058439"/>
          </a:xfrm>
          <a:custGeom>
            <a:avLst/>
            <a:gdLst/>
            <a:ahLst/>
            <a:cxnLst/>
            <a:rect l="l" t="t" r="r" b="b"/>
            <a:pathLst>
              <a:path w="3485275" h="8058439">
                <a:moveTo>
                  <a:pt x="0" y="0"/>
                </a:moveTo>
                <a:lnTo>
                  <a:pt x="3485274" y="0"/>
                </a:lnTo>
                <a:lnTo>
                  <a:pt x="3485274" y="8058439"/>
                </a:lnTo>
                <a:lnTo>
                  <a:pt x="0" y="8058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48823" y="786464"/>
            <a:ext cx="9190354" cy="8471836"/>
          </a:xfrm>
          <a:custGeom>
            <a:avLst/>
            <a:gdLst/>
            <a:ahLst/>
            <a:cxnLst/>
            <a:rect l="l" t="t" r="r" b="b"/>
            <a:pathLst>
              <a:path w="9190354" h="8471836">
                <a:moveTo>
                  <a:pt x="0" y="0"/>
                </a:moveTo>
                <a:lnTo>
                  <a:pt x="9190354" y="0"/>
                </a:lnTo>
                <a:lnTo>
                  <a:pt x="9190354" y="8471836"/>
                </a:lnTo>
                <a:lnTo>
                  <a:pt x="0" y="8471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83940" y="2200305"/>
            <a:ext cx="6380659" cy="6221142"/>
          </a:xfrm>
          <a:custGeom>
            <a:avLst/>
            <a:gdLst/>
            <a:ahLst/>
            <a:cxnLst/>
            <a:rect l="l" t="t" r="r" b="b"/>
            <a:pathLst>
              <a:path w="6380659" h="6221142">
                <a:moveTo>
                  <a:pt x="0" y="0"/>
                </a:moveTo>
                <a:lnTo>
                  <a:pt x="6380658" y="0"/>
                </a:lnTo>
                <a:lnTo>
                  <a:pt x="6380658" y="6221143"/>
                </a:lnTo>
                <a:lnTo>
                  <a:pt x="0" y="622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68993" y="2748946"/>
            <a:ext cx="14307965" cy="2006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31"/>
              </a:lnSpc>
            </a:pPr>
            <a:r>
              <a:rPr lang="en-US" sz="15131" b="1">
                <a:solidFill>
                  <a:srgbClr val="FF3131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CARRY MATE</a:t>
            </a:r>
          </a:p>
        </p:txBody>
      </p:sp>
      <p:sp>
        <p:nvSpPr>
          <p:cNvPr id="3" name="Freeform 3"/>
          <p:cNvSpPr/>
          <p:nvPr/>
        </p:nvSpPr>
        <p:spPr>
          <a:xfrm>
            <a:off x="13148404" y="4768057"/>
            <a:ext cx="3244004" cy="5452107"/>
          </a:xfrm>
          <a:custGeom>
            <a:avLst/>
            <a:gdLst/>
            <a:ahLst/>
            <a:cxnLst/>
            <a:rect l="l" t="t" r="r" b="b"/>
            <a:pathLst>
              <a:path w="3244004" h="5452107">
                <a:moveTo>
                  <a:pt x="0" y="0"/>
                </a:moveTo>
                <a:lnTo>
                  <a:pt x="3244004" y="0"/>
                </a:lnTo>
                <a:lnTo>
                  <a:pt x="3244004" y="5452107"/>
                </a:lnTo>
                <a:lnTo>
                  <a:pt x="0" y="545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9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91029" y="6751760"/>
            <a:ext cx="5568271" cy="3095917"/>
          </a:xfrm>
          <a:custGeom>
            <a:avLst/>
            <a:gdLst/>
            <a:ahLst/>
            <a:cxnLst/>
            <a:rect l="l" t="t" r="r" b="b"/>
            <a:pathLst>
              <a:path w="5568271" h="3095917">
                <a:moveTo>
                  <a:pt x="0" y="0"/>
                </a:moveTo>
                <a:lnTo>
                  <a:pt x="5568271" y="0"/>
                </a:lnTo>
                <a:lnTo>
                  <a:pt x="5568271" y="3095916"/>
                </a:lnTo>
                <a:lnTo>
                  <a:pt x="0" y="309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1" t="-112691" r="-3409" b="-329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30260" y="520429"/>
            <a:ext cx="6058674" cy="2669116"/>
          </a:xfrm>
          <a:custGeom>
            <a:avLst/>
            <a:gdLst/>
            <a:ahLst/>
            <a:cxnLst/>
            <a:rect l="l" t="t" r="r" b="b"/>
            <a:pathLst>
              <a:path w="6058674" h="2669116">
                <a:moveTo>
                  <a:pt x="0" y="0"/>
                </a:moveTo>
                <a:lnTo>
                  <a:pt x="6058675" y="0"/>
                </a:lnTo>
                <a:lnTo>
                  <a:pt x="6058675" y="2669116"/>
                </a:lnTo>
                <a:lnTo>
                  <a:pt x="0" y="2669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9" t="-48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761967" y="3448956"/>
            <a:ext cx="5422226" cy="3389089"/>
          </a:xfrm>
          <a:custGeom>
            <a:avLst/>
            <a:gdLst/>
            <a:ahLst/>
            <a:cxnLst/>
            <a:rect l="l" t="t" r="r" b="b"/>
            <a:pathLst>
              <a:path w="5422226" h="3389089">
                <a:moveTo>
                  <a:pt x="0" y="0"/>
                </a:moveTo>
                <a:lnTo>
                  <a:pt x="5422227" y="0"/>
                </a:lnTo>
                <a:lnTo>
                  <a:pt x="5422227" y="3389088"/>
                </a:lnTo>
                <a:lnTo>
                  <a:pt x="0" y="338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98" b="-639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330086" y="1413019"/>
            <a:ext cx="3255761" cy="8139401"/>
          </a:xfrm>
          <a:custGeom>
            <a:avLst/>
            <a:gdLst/>
            <a:ahLst/>
            <a:cxnLst/>
            <a:rect l="l" t="t" r="r" b="b"/>
            <a:pathLst>
              <a:path w="3255761" h="8139401">
                <a:moveTo>
                  <a:pt x="0" y="0"/>
                </a:moveTo>
                <a:lnTo>
                  <a:pt x="3255761" y="0"/>
                </a:lnTo>
                <a:lnTo>
                  <a:pt x="3255761" y="8139402"/>
                </a:lnTo>
                <a:lnTo>
                  <a:pt x="0" y="8139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9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1432" y="2821347"/>
            <a:ext cx="5303020" cy="5303020"/>
          </a:xfrm>
          <a:custGeom>
            <a:avLst/>
            <a:gdLst/>
            <a:ahLst/>
            <a:cxnLst/>
            <a:rect l="l" t="t" r="r" b="b"/>
            <a:pathLst>
              <a:path w="5303020" h="5303020">
                <a:moveTo>
                  <a:pt x="0" y="0"/>
                </a:moveTo>
                <a:lnTo>
                  <a:pt x="5303020" y="0"/>
                </a:lnTo>
                <a:lnTo>
                  <a:pt x="5303020" y="5303020"/>
                </a:lnTo>
                <a:lnTo>
                  <a:pt x="0" y="5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20167" y="2138004"/>
            <a:ext cx="4753124" cy="6669706"/>
          </a:xfrm>
          <a:custGeom>
            <a:avLst/>
            <a:gdLst/>
            <a:ahLst/>
            <a:cxnLst/>
            <a:rect l="l" t="t" r="r" b="b"/>
            <a:pathLst>
              <a:path w="4753124" h="6669706">
                <a:moveTo>
                  <a:pt x="0" y="0"/>
                </a:moveTo>
                <a:lnTo>
                  <a:pt x="4753124" y="0"/>
                </a:lnTo>
                <a:lnTo>
                  <a:pt x="4753124" y="6669707"/>
                </a:lnTo>
                <a:lnTo>
                  <a:pt x="0" y="6669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05633" y="3177950"/>
            <a:ext cx="2805868" cy="4114800"/>
          </a:xfrm>
          <a:custGeom>
            <a:avLst/>
            <a:gdLst/>
            <a:ahLst/>
            <a:cxnLst/>
            <a:rect l="l" t="t" r="r" b="b"/>
            <a:pathLst>
              <a:path w="2805868" h="4114800">
                <a:moveTo>
                  <a:pt x="0" y="0"/>
                </a:moveTo>
                <a:lnTo>
                  <a:pt x="2805868" y="0"/>
                </a:lnTo>
                <a:lnTo>
                  <a:pt x="280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830053">
            <a:off x="3804912" y="3480404"/>
            <a:ext cx="2706095" cy="2032031"/>
          </a:xfrm>
          <a:custGeom>
            <a:avLst/>
            <a:gdLst/>
            <a:ahLst/>
            <a:cxnLst/>
            <a:rect l="l" t="t" r="r" b="b"/>
            <a:pathLst>
              <a:path w="2706095" h="2032031">
                <a:moveTo>
                  <a:pt x="0" y="0"/>
                </a:moveTo>
                <a:lnTo>
                  <a:pt x="2706095" y="0"/>
                </a:lnTo>
                <a:lnTo>
                  <a:pt x="2706095" y="2032032"/>
                </a:lnTo>
                <a:lnTo>
                  <a:pt x="0" y="2032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718554">
            <a:off x="4135771" y="4160027"/>
            <a:ext cx="2044377" cy="672786"/>
          </a:xfrm>
          <a:custGeom>
            <a:avLst/>
            <a:gdLst/>
            <a:ahLst/>
            <a:cxnLst/>
            <a:rect l="l" t="t" r="r" b="b"/>
            <a:pathLst>
              <a:path w="2044377" h="672786">
                <a:moveTo>
                  <a:pt x="0" y="0"/>
                </a:moveTo>
                <a:lnTo>
                  <a:pt x="2044377" y="0"/>
                </a:lnTo>
                <a:lnTo>
                  <a:pt x="2044377" y="672786"/>
                </a:lnTo>
                <a:lnTo>
                  <a:pt x="0" y="672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58696" y="1732367"/>
            <a:ext cx="5106767" cy="7664941"/>
          </a:xfrm>
          <a:custGeom>
            <a:avLst/>
            <a:gdLst/>
            <a:ahLst/>
            <a:cxnLst/>
            <a:rect l="l" t="t" r="r" b="b"/>
            <a:pathLst>
              <a:path w="5106767" h="7664941">
                <a:moveTo>
                  <a:pt x="0" y="0"/>
                </a:moveTo>
                <a:lnTo>
                  <a:pt x="5106767" y="0"/>
                </a:lnTo>
                <a:lnTo>
                  <a:pt x="5106767" y="7664941"/>
                </a:lnTo>
                <a:lnTo>
                  <a:pt x="0" y="76649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Microsoft Office PowerPoint</Application>
  <PresentationFormat>Custom</PresentationFormat>
  <Paragraphs>138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Canva Sans Bold</vt:lpstr>
      <vt:lpstr>Calibri</vt:lpstr>
      <vt:lpstr>Libre Franklin Heavy</vt:lpstr>
      <vt:lpstr>Arial</vt:lpstr>
      <vt:lpstr>Squada One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huge</dc:title>
  <dc:creator>samyuktha</dc:creator>
  <cp:lastModifiedBy>samyukthamarimuthu6@outlook.com</cp:lastModifiedBy>
  <cp:revision>1</cp:revision>
  <dcterms:created xsi:type="dcterms:W3CDTF">2006-08-16T00:00:00Z</dcterms:created>
  <dcterms:modified xsi:type="dcterms:W3CDTF">2026-02-28T16:20:39Z</dcterms:modified>
  <dc:identifier>DAHBGY0JBI4</dc:identifier>
</cp:coreProperties>
</file>